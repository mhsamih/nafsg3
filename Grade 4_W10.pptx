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5" r:id="rId2"/>
    <p:sldId id="271" r:id="rId3"/>
    <p:sldId id="339" r:id="rId4"/>
    <p:sldId id="258" r:id="rId5"/>
    <p:sldId id="368" r:id="rId6"/>
    <p:sldId id="364" r:id="rId7"/>
    <p:sldId id="369" r:id="rId8"/>
    <p:sldId id="365" r:id="rId9"/>
    <p:sldId id="370" r:id="rId10"/>
    <p:sldId id="363" r:id="rId11"/>
    <p:sldId id="366" r:id="rId12"/>
    <p:sldId id="372" r:id="rId13"/>
    <p:sldId id="367" r:id="rId14"/>
    <p:sldId id="373" r:id="rId15"/>
    <p:sldId id="371" r:id="rId16"/>
    <p:sldId id="374" r:id="rId17"/>
    <p:sldId id="375" r:id="rId18"/>
    <p:sldId id="376" r:id="rId19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0281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7"/>
    <p:restoredTop sz="94753"/>
  </p:normalViewPr>
  <p:slideViewPr>
    <p:cSldViewPr snapToGrid="0">
      <p:cViewPr varScale="1">
        <p:scale>
          <a:sx n="105" d="100"/>
          <a:sy n="105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D466C-5A2E-3642-8B17-5D053A714E01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CBF51-E0AC-9542-BF84-C0989B38C2D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827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D8CA-A799-4C87-D837-068827285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95061-32DF-3D97-B308-B800A3EC0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B68E2-28A1-186D-D0AD-609465FE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8AEB9-DA98-B27B-0876-F2B99204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DF8C6-7E2C-F94A-F59D-AFDCB7AA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5644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002E-4D2C-F6AC-2EDB-80CFAB6D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5F6ED-544B-3F2F-4B76-48F2B8260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AA6D7-F08A-09C8-B5CD-8CC5BD5C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39817-E9CA-E059-55FC-ADD0991B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3EFB4-29D9-DA89-DDF2-9581A0E2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52551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04C7-4F45-1BF8-679A-21BD86C4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91A4C-DA52-D2AB-A003-FA3272FD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2B4AB-F518-798C-5CB3-61393CBC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CBAD6-7D75-A4A7-7854-7F2E9582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1005-91AE-35E8-35D4-BAE427F9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07076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CFAF-E798-104C-9E2E-1A1442077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B1632-02E6-9013-E546-EE7FCE982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9030A-0CD5-68DE-B1F8-6FD5D5761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0D319-1C68-2264-72C4-0CD2A55E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FCB17-816B-8C3C-0A18-73670450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3A05D-CEAA-B23D-93D8-3456B786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54277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D3EA-B2AB-BEE6-FB5E-8497A8CB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76B82-E07A-07BF-76DB-F3EC038FB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70419-13D9-8386-50E1-A974EFE60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4B764-1A4B-9326-955F-300753BD8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DD344-7BAD-A218-71FA-E309D3385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0AEC79-3076-B741-FFC7-056F5D110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A932B-D7A2-05E3-3102-A37BEFAE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794763-525C-B5BF-4B0F-7D0D8C3B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71397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C86B-759E-C3F3-DD4A-F544992B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7ACBC-F6FD-E163-BD43-AC1417FC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45C80-F514-3BC4-146E-D1519FE7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E93C3-C089-0C65-7248-5F12F1CB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95363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80091-DAFC-956F-A317-3E3DCF76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C29C7-419C-7E61-C32E-E770FEB6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4498A-F73C-C73B-6023-EC4F53B3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173304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B3CF-F1C9-C49B-E4C3-C23929448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2C360-0D15-D2C9-213E-E87D2B00E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006A5-EB5D-68C5-0482-2329AF553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02716-FA09-ECB3-A6CC-77543EAE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908DF-B68B-020D-8634-05E02594F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53E61-E0B2-695A-A9E6-F9196FC0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512965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8FE1-82B2-C0CC-8FAC-239AF33B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C4979-6489-5AC1-3B6E-61F6C3E11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C794B-A83F-D205-C718-608AE595F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25257-AC84-291F-F706-098FF03F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87A6D-D71F-4660-4CAD-E666D457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E8751-4AD3-8215-ADDC-150852CC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36650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0EF1-BA96-512E-4552-E04DE9A4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AA71D-C316-62E1-5CBC-7380C1B61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ABF2F-B708-3B15-F9A9-C44B2CCE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E7CD7-C502-314F-41F8-60E4D0F67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10B1D-C740-1E0B-C38A-E7220096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1123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102A0-A1B7-8EF4-4093-36AB93A5D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C9038-102F-1A56-48BD-11BF97D24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EC253-EA8F-EA86-7B74-E781A3CC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C4329-70CD-53C1-2E15-F4332037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9DB20-16C6-2D75-AFDB-36D5E2CA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9542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F349D-E453-281A-6F62-FE02356A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74220-7DF1-8448-9F69-1CE54EFC2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868B0-8500-DBD5-8967-B04DD073D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1F8CB-045B-2944-98A8-A28324997E72}" type="datetimeFigureOut">
              <a:rPr lang="en-SA" smtClean="0"/>
              <a:t>12/04/2026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C5988-30A7-0C36-ABE1-EE6FA56EB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63D6-7693-99D1-9848-F4366B6FC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F5D07-3C32-4448-80DB-6ACCEEA60E1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6407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5680-6916-A90C-D1D6-E1373FD9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C64E69-DDDB-AB8F-7F57-2E624FCD88DF}"/>
              </a:ext>
            </a:extLst>
          </p:cNvPr>
          <p:cNvSpPr txBox="1"/>
          <p:nvPr/>
        </p:nvSpPr>
        <p:spPr>
          <a:xfrm>
            <a:off x="3979843" y="2323973"/>
            <a:ext cx="473565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sz="6600" dirty="0">
                <a:latin typeface="Arial Rounded MT Bold" panose="020F0704030504030204" pitchFamily="34" charset="77"/>
              </a:rPr>
              <a:t>Chapter 12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295EC9-2981-3E73-B9D7-9C08CC316107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68B73D-C167-542E-3DD9-8D046005989B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26D8345-5218-44AE-7869-3EF3CE095759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73D5592-AEF8-DC7C-64A5-C66AB2978FDC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CF25BE-89A8-AC3A-5D6D-4C3BDF3DB6D6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D39AEB-2570-E3A5-9318-F79904A604BF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CE45812-036D-508F-27CF-906200F5FBB5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0839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A69C-E152-C2B2-EE93-8CED7576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CD6FCBA-2742-43EF-CA82-62E84FA830B5}"/>
              </a:ext>
            </a:extLst>
          </p:cNvPr>
          <p:cNvGrpSpPr/>
          <p:nvPr/>
        </p:nvGrpSpPr>
        <p:grpSpPr>
          <a:xfrm>
            <a:off x="-51902" y="0"/>
            <a:ext cx="12215749" cy="6930814"/>
            <a:chOff x="-23749" y="-3"/>
            <a:chExt cx="12215749" cy="69308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DF1CA76-E9F9-FC08-A99A-FB4924F12433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C513BF-0456-47FC-E2FC-9C712E16B33B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E664704-B695-0FA9-DDCB-8FA1AB1B6847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47A2D13-1F74-E7C1-2836-ADBD9FAD17E1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3FB2E5D-0BD4-BC6A-E0B3-3462250EFBE2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FABDC58-9759-E719-F2E2-61F1C128D7C0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B4375B-8FA5-237E-C462-56596740F3DD}"/>
              </a:ext>
            </a:extLst>
          </p:cNvPr>
          <p:cNvSpPr/>
          <p:nvPr/>
        </p:nvSpPr>
        <p:spPr>
          <a:xfrm>
            <a:off x="9660877" y="1893432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Page(469)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095C078-6BB6-AF08-75BA-88EB5EDD6540}"/>
              </a:ext>
            </a:extLst>
          </p:cNvPr>
          <p:cNvSpPr/>
          <p:nvPr/>
        </p:nvSpPr>
        <p:spPr>
          <a:xfrm>
            <a:off x="10229666" y="2490885"/>
            <a:ext cx="1330036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sz="1600" b="1" dirty="0"/>
              <a:t>Time: 1 min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C220BEC-6562-A735-FFB9-E359CBBD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20" y="5266312"/>
            <a:ext cx="2387600" cy="5969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E03FB99-CE86-4A08-BCC5-BCA8608E2048}"/>
              </a:ext>
            </a:extLst>
          </p:cNvPr>
          <p:cNvSpPr txBox="1"/>
          <p:nvPr/>
        </p:nvSpPr>
        <p:spPr>
          <a:xfrm>
            <a:off x="3169465" y="5891708"/>
            <a:ext cx="2998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Fraction   -  a part of a whole</a:t>
            </a:r>
            <a:endParaRPr lang="en-SA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64D2F-0E51-D9AE-A5BB-7A8932059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2" y="104293"/>
            <a:ext cx="12044253" cy="1599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C6FC1E-06B6-56D1-CB42-A6C09CD21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52" y="2018212"/>
            <a:ext cx="8221699" cy="269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39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6E45-11CE-59BA-9665-419650A3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3C4FD9-546A-2871-0A56-3C7EA8967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414" y="2460469"/>
            <a:ext cx="9010737" cy="200238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E50E9E4-7304-EB1C-72FE-39484CDB8512}"/>
              </a:ext>
            </a:extLst>
          </p:cNvPr>
          <p:cNvGrpSpPr/>
          <p:nvPr/>
        </p:nvGrpSpPr>
        <p:grpSpPr>
          <a:xfrm>
            <a:off x="-51902" y="0"/>
            <a:ext cx="12215749" cy="6930814"/>
            <a:chOff x="-23749" y="-3"/>
            <a:chExt cx="12215749" cy="69308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1525CA8-6589-29F3-7C74-91FCD84909F3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648CAD6-96C5-E3F3-846A-8BEEDDCE8353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94D22A5-70CD-6741-A3CA-ED867270FBF2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C265C97-A818-FB13-0003-A60D6E97C45B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495950-2034-F8ED-702D-FF7C4781EC20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A6FF299-5046-CE9C-F201-596FB58E3434}"/>
                </a:ext>
              </a:extLst>
            </p:cNvPr>
            <p:cNvSpPr/>
            <p:nvPr/>
          </p:nvSpPr>
          <p:spPr>
            <a:xfrm>
              <a:off x="10359685" y="6552992"/>
              <a:ext cx="1806340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DA7F13C-25CC-1E50-E692-8C81C870A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60" y="447443"/>
            <a:ext cx="1422400" cy="1422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6AAFCA-5D00-F585-AF7D-50A732B47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89" y="295967"/>
            <a:ext cx="1627897" cy="651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2AF358-2A1C-79CD-8B97-E8A2E51E9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360" y="665045"/>
            <a:ext cx="7489634" cy="81673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FEB201C-4208-8BCE-E151-AC991706AC12}"/>
              </a:ext>
            </a:extLst>
          </p:cNvPr>
          <p:cNvSpPr/>
          <p:nvPr/>
        </p:nvSpPr>
        <p:spPr>
          <a:xfrm>
            <a:off x="10060271" y="4027619"/>
            <a:ext cx="1187581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70928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CC8E-E6B6-8113-B229-2C99BF6D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6D5685E-EAA3-EC12-7E13-56943A3A81E0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A78F9B-04F6-7C22-2596-4CA0D3C5C93B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6B298D4-C3C5-B350-CFFA-8BCB477FD95B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B298A89-0DA5-4593-3B20-2AB062711AFA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500728B-CE86-408A-2037-FCD6629810A0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D6E6B0D-DBDC-5FD7-ECE9-5B89ADB36E04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8E25E55-6634-0560-9129-2006E154CFA9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AF923275-DB28-C554-BBC5-1E4CCD6252DF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BA8F3B4-7C1A-AC40-A11D-3914FC8E1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AA3C16-4DC0-4DFA-2C1A-0D4C25AAE85B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Page(469)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52A694-ECE2-F01D-FC5D-03DE6D7EF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87" y="156707"/>
            <a:ext cx="7772400" cy="654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13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0670D-C115-7537-B977-F02436DD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3D8D6D-6321-12D9-C040-7E512F2F2F04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C40857-0482-9A65-E3D4-A1C8BF1AB582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D034190-A8AC-5279-14C9-B6F89F0A62E6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40FCFE0-15C3-0BCC-997A-9F5C58B424D2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693A983-A5EB-4844-837C-908056DF5BA5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DFEE7B1-29E2-A9D9-0DDA-997671C9AC3C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7C965C8-4C5F-48F4-A34E-E42640B93CA0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5A11F8D2-455A-48BA-2D77-0DFE752FED1E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3181ED1-1D5D-628C-0A15-FC16307D6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3256EC6-695C-8ACE-23A0-C66835575CAB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Page(469)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BE559-AFAC-D993-06BC-71358254C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0" y="179790"/>
            <a:ext cx="7516440" cy="673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4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4203A-BB56-6A36-2B65-3F3DFA3A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5B996C-93D1-59E9-6368-6D8013E6D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9" y="179789"/>
            <a:ext cx="10411721" cy="5084085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FEC1389-2A94-AE24-AE4A-79FA4A08F30F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8FEE7D-850B-61E9-130E-50A476967B63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B9D0D7D-1511-EC0B-B06B-6058612F591E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05B74DB-9B21-DB8A-6397-522E690F255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1ED51C2-CAD3-151D-3C26-9576209794C8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0D95DD9-C7B7-8A2F-3E8F-89D73CE73D8E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F92F74F-29CB-670E-75E6-A3E2CB8E71A9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C2637AD0-8B19-F38F-45AC-F1D69737C05C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4921692-8790-9364-991A-314869C71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7B37F99-ADE6-5FA5-B5F8-123FE01ED58B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Page(469)</a:t>
            </a:r>
          </a:p>
        </p:txBody>
      </p:sp>
    </p:spTree>
    <p:extLst>
      <p:ext uri="{BB962C8B-B14F-4D97-AF65-F5344CB8AC3E}">
        <p14:creationId xmlns:p14="http://schemas.microsoft.com/office/powerpoint/2010/main" val="1956217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72DB1-72E7-79D9-28DD-EBD21888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9A11B-DED7-F82D-3D8A-A53F978DB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08" y="173542"/>
            <a:ext cx="10567464" cy="5519613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3F19287-3182-3F88-4464-530CA08354BF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491443-63B6-BF2D-B803-449AAB44C706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E821341-0566-A1F0-DF89-183A4CFDF436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126992-C2B6-A82F-ADFF-A25DF9207901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E371E23-1885-CA5B-1335-87BDDA3FEB5C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21BB08-4059-A1D5-DE42-1DC9C613FC05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7370F7-F3D7-688B-733C-8EBDFB4BE4AB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73298727-FB7B-52F9-8D98-5AC747EBC799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4B30B1B-9F5C-9364-83A2-298C9F646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FE5E90-5171-83E8-64ED-7EBD9A40A9FF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Page(469)</a:t>
            </a:r>
          </a:p>
        </p:txBody>
      </p:sp>
    </p:spTree>
    <p:extLst>
      <p:ext uri="{BB962C8B-B14F-4D97-AF65-F5344CB8AC3E}">
        <p14:creationId xmlns:p14="http://schemas.microsoft.com/office/powerpoint/2010/main" val="222285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DFC2E-84A0-D574-CDA4-4A8F8D52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EC88C1-4E50-7EB2-F0C4-08E4A2AF4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87" y="246275"/>
            <a:ext cx="10643696" cy="483937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3D0EDDB-3BDA-4687-5037-C96ACB61B597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38288CA-8FB7-2578-E7AA-E5382F95D8BF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E0B53F4-04D2-C5C9-114F-2D04A735BD86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B894E86-CBBD-F549-EAF0-49218FCC9DF2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D9448F-E7A5-B71F-0595-4A30D16F4FAA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8678C54-7340-74EE-34F9-AE2C687797EC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D2282EC-3D0F-49DD-60B2-D55E7F6079B2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0592C59D-7E14-5AD0-4030-378F5532B98E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584DF5B-1B2C-680B-2940-C8257040B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AC5EC2-6CCA-D4D6-D237-01BC299E29C3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Page(469)</a:t>
            </a:r>
          </a:p>
        </p:txBody>
      </p:sp>
    </p:spTree>
    <p:extLst>
      <p:ext uri="{BB962C8B-B14F-4D97-AF65-F5344CB8AC3E}">
        <p14:creationId xmlns:p14="http://schemas.microsoft.com/office/powerpoint/2010/main" val="1631588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C72F9-C5D8-7FEF-EB97-C196B46A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2F4C8A-399C-506A-3455-EC50A766E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08" y="172800"/>
            <a:ext cx="10745168" cy="4888461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AE537F-3B15-7A39-9506-7527023AFE2F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F8DDC9-546D-982A-AAB4-D2758F847CD1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D595AD1-9950-7A5D-D8B2-9283845F2495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8C17E73-E6DD-61FF-B469-621D19CA65D5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1A96769-178D-896D-C3F1-8C13C8359CF8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95ECDF1-A9B2-59F0-57EA-EF3AED96D333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7E8117E-94D1-1D93-D95E-049E34880734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86629F97-AD2F-568C-B0A5-A09E99F71345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509F723-AC71-8792-76DC-D109B4CF4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A15BF-E0E3-9C3B-E55E-1A04DC095918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Page(469)</a:t>
            </a:r>
          </a:p>
        </p:txBody>
      </p:sp>
    </p:spTree>
    <p:extLst>
      <p:ext uri="{BB962C8B-B14F-4D97-AF65-F5344CB8AC3E}">
        <p14:creationId xmlns:p14="http://schemas.microsoft.com/office/powerpoint/2010/main" val="3492644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F7F2-42BC-A5E9-63BE-411162AB4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501072-8C3F-7B6E-985D-B22F87483E69}"/>
              </a:ext>
            </a:extLst>
          </p:cNvPr>
          <p:cNvSpPr txBox="1"/>
          <p:nvPr/>
        </p:nvSpPr>
        <p:spPr>
          <a:xfrm>
            <a:off x="2437776" y="1512374"/>
            <a:ext cx="73384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 Rounded MT Bold" panose="020F0704030504030204" pitchFamily="34" charset="77"/>
              </a:rPr>
              <a:t>Practice and Homework</a:t>
            </a:r>
            <a:endParaRPr lang="en-SA" sz="4800" dirty="0">
              <a:latin typeface="Arial Rounded MT Bold" panose="020F0704030504030204" pitchFamily="34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BC1DA3-F352-AC6F-C779-FAC3D3A88A2F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788B0AD-FC2C-D836-4BD5-ACDA16491594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5AD7E0D-C445-4E86-9727-C777DA792B50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C73EAA-91BF-3AB6-BCD8-0A24A830AB5D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02DCB10-397B-AEAD-CDEE-BFA61D43BE33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699CFE-5B03-2348-7320-CAB79D777E66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2E66CBA-8B8C-36F1-C432-5DFA89C5EAB0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2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6937263-DEA0-259F-7AFE-FE1008E8DAC3}"/>
              </a:ext>
            </a:extLst>
          </p:cNvPr>
          <p:cNvSpPr txBox="1"/>
          <p:nvPr/>
        </p:nvSpPr>
        <p:spPr>
          <a:xfrm>
            <a:off x="3548982" y="4139106"/>
            <a:ext cx="611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Goal</a:t>
            </a:r>
            <a:r>
              <a:rPr lang="en-US" b="1" dirty="0"/>
              <a:t>:</a:t>
            </a:r>
            <a:r>
              <a:rPr lang="en-US" dirty="0"/>
              <a:t> Apply division to word problems + reasoning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571AE43-96C4-785A-21E3-8F9AC7157AE6}"/>
              </a:ext>
            </a:extLst>
          </p:cNvPr>
          <p:cNvSpPr/>
          <p:nvPr/>
        </p:nvSpPr>
        <p:spPr>
          <a:xfrm>
            <a:off x="4759571" y="3004545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Page(723)</a:t>
            </a:r>
          </a:p>
        </p:txBody>
      </p:sp>
    </p:spTree>
    <p:extLst>
      <p:ext uri="{BB962C8B-B14F-4D97-AF65-F5344CB8AC3E}">
        <p14:creationId xmlns:p14="http://schemas.microsoft.com/office/powerpoint/2010/main" val="195553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9C8F0-5675-F62E-3CEA-564B89FF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7F6E3C-0E85-09A1-AE48-2DDDDD1B5554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850DE0D-E535-D32A-22C8-21F98EF04915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6BB5B7E-7DAD-4050-C9CF-6110A213EEF4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C3DC39-2D79-9B0A-0892-0B93C78B4174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33E2469-B91E-2B35-F005-6A2DDA9C41F4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02B419E-EED2-5902-1829-A6603F42DC07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534A406-EC7E-DC34-1142-C5EB0306E163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B36F0B46-049E-A2C6-CDC5-3FE0B48545B1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BD0866B-3C3F-2165-D4E6-C76FDF93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AA67F7-A7B9-18B2-C8E9-DB5B90C043C3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Page(473)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D82D38-4543-E5AC-559D-02380A014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9" y="179790"/>
            <a:ext cx="9325429" cy="604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46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6579-199A-A81A-1DC0-224EB2FC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AA9572-69E0-AA7B-B3BB-535E54120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35" y="116392"/>
            <a:ext cx="9767667" cy="5370007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1FD42B-A98D-97F9-53FE-22C049ABA793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53070AD-05F8-FBA2-F55E-D3345A4EF82B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546569-A38B-DC6B-C286-701A89A23437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75F0D19-982C-5FBA-52BB-60B08841051B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B11A403-56DA-63CD-140A-333BF446CB94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A26FCA6-B179-F5DE-A6AE-A3F75F2CB7C5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C47050A-4617-5AB7-AA88-CF1402A06606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34501BF-DFF5-5F00-42A3-7CEC80565911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D844A7F-D058-94CB-A9FA-0071EBA93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73976B-29EB-4276-C2DD-5012B1161F66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Page(473)</a:t>
            </a:r>
          </a:p>
        </p:txBody>
      </p:sp>
    </p:spTree>
    <p:extLst>
      <p:ext uri="{BB962C8B-B14F-4D97-AF65-F5344CB8AC3E}">
        <p14:creationId xmlns:p14="http://schemas.microsoft.com/office/powerpoint/2010/main" val="2767846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A4EE1-0579-9A46-F41A-6E463DD9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6295DB-00F0-FAFD-5BEA-B311CF1B8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86" y="370326"/>
            <a:ext cx="10026687" cy="3252281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56D339C-D930-6DE5-B2B8-09123F332DB6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42D9A2-5BD7-3D93-EBCF-6FAC683CA587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6388506-8817-7A12-E80F-AF5C06D5E386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28AB3A-C49B-5FC7-5EC0-2F866C59ED13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BC86347-0ADC-491E-48A6-0A2B8F9D5E9D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32EB6A-CF47-3B72-9C19-8E584BA3D933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2C2E259-C545-2954-E73F-155174AE73A3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C686AC17-49BD-6E78-40FB-D077BD86CED8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DA84901-CECE-A937-074F-9E13B98DB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BA7EC4-9A18-AF86-2932-1D544B3F4998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Page(473)</a:t>
            </a:r>
          </a:p>
        </p:txBody>
      </p:sp>
    </p:spTree>
    <p:extLst>
      <p:ext uri="{BB962C8B-B14F-4D97-AF65-F5344CB8AC3E}">
        <p14:creationId xmlns:p14="http://schemas.microsoft.com/office/powerpoint/2010/main" val="94373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72736-489A-302B-6CF0-CA1CE0B27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662400-9660-BCFC-579D-F38644512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9" y="179789"/>
            <a:ext cx="10192217" cy="3381857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636832A-F6F1-AF37-AEAF-5935B437BFE3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1C9B4E-45FD-0845-ADF9-B959A7B2D2FE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C7B51B4-0DED-169F-C2D5-1F6000112EBF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E32F552-AE4D-D6ED-A6A4-128F1C8836C5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229F0F1-74BA-5D3A-58F3-69A498BD4E25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F1DF3E-9EF8-49D8-C49E-CC9CC821B870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DCD6AA7-8AB2-498A-1A10-F24047F84C61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98DEF705-6F81-05A0-1AF8-4C9B2D73E325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1416CC3-BB71-1B59-F464-683BDF503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CFB188-42C9-15CA-EEE0-7D9CCEE7B4B1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Page(473)</a:t>
            </a:r>
          </a:p>
        </p:txBody>
      </p:sp>
    </p:spTree>
    <p:extLst>
      <p:ext uri="{BB962C8B-B14F-4D97-AF65-F5344CB8AC3E}">
        <p14:creationId xmlns:p14="http://schemas.microsoft.com/office/powerpoint/2010/main" val="4065600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32DF8-5DE9-E4A6-6CFB-1DCC3F4B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B76361-C260-6E16-A3C9-36886252245D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918398-973E-AA92-D722-D7F92273BD0E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EE267F7-6651-D787-4D3A-52A8A252414F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EDC062-A82B-DE25-DDD5-74769D0809AC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B537537-7D4A-1E4C-35E6-102895C4A2A6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3916C6E-3C39-9E5A-CBFC-AF866BFF88FB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A201201-59A5-2721-7712-2A5C031C2F46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0AC9FBDA-E114-BB56-9757-561F0055AF26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5B0A36F-6278-226A-B4D6-D722CB4CB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EEDE4F-27E7-35EC-8242-9EB899733A06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Page(474)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1FBC2-7929-3BFE-E775-5B8858E04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29" y="179790"/>
            <a:ext cx="9090295" cy="657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00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E953-4F8E-9ED8-7FA8-CB059854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521AA75-3F36-BEFE-37F7-73D396837DBC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696730-7CCE-699A-9B06-575C70B8D1EB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4B2858D-AD33-8582-379E-C9C6DD764E0B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CF2969-F5B9-0CB5-05BF-CB71B278EBDD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B7E65C9-34FB-03FD-FF0C-ADDE79FB624A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00696B3-6B5A-608D-80B4-9EFD83804FB2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45DE1CA-6021-2502-5D38-0BDB57B5C1A7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3EDE1F1-D124-BEB7-10E3-E078142115A4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DA65F89-CABB-D4D5-213B-A74070F3B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09E7063-0857-139C-0F86-81DC63BD10B9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Page(474)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A3188-F298-C798-0EBF-593634D20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79790"/>
            <a:ext cx="7997398" cy="637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39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CE902-CE3B-7EC0-70F7-FCACD3C0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A8B22D-AEB4-7BAA-94AF-8B943518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07" y="366561"/>
            <a:ext cx="10424741" cy="3304813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770FAE7-F0DF-1098-F7D7-478868E89BBD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7E3A09-0528-20E7-4A18-EEAE29AA5744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42D97A0-C971-8993-B9C7-4EEC11AA2D39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11AD7DC-A1DF-10E4-0F73-E34FA3D08F3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EA61B8B-2BB2-B589-28B2-BB0B8FF8E2A4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37F2CF1-9C6D-1317-098A-42F266438350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6025B51-2491-04DD-36CD-C4BBB5495C74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C9383E62-4193-63AC-B075-009413D64BDF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FC7C1F7-FD0B-8A9F-F401-7A5ABBD29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57D55F-2F03-068D-CC17-35748CD90F0F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Page(474)</a:t>
            </a:r>
          </a:p>
        </p:txBody>
      </p:sp>
    </p:spTree>
    <p:extLst>
      <p:ext uri="{BB962C8B-B14F-4D97-AF65-F5344CB8AC3E}">
        <p14:creationId xmlns:p14="http://schemas.microsoft.com/office/powerpoint/2010/main" val="442356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02194-40A3-526C-6307-F1AD1E69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3D8C4D-6CE4-EAE8-D2E3-6EBCB185F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3" y="179790"/>
            <a:ext cx="9887891" cy="427029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EBFED7-A954-2547-46E6-683C49A0B7BE}"/>
              </a:ext>
            </a:extLst>
          </p:cNvPr>
          <p:cNvSpPr/>
          <p:nvPr/>
        </p:nvSpPr>
        <p:spPr>
          <a:xfrm>
            <a:off x="10595757" y="1315059"/>
            <a:ext cx="828304" cy="3443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 DO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3B8F407-AC08-C836-0F26-C4B3A12C40F6}"/>
              </a:ext>
            </a:extLst>
          </p:cNvPr>
          <p:cNvGrpSpPr/>
          <p:nvPr/>
        </p:nvGrpSpPr>
        <p:grpSpPr>
          <a:xfrm>
            <a:off x="-23749" y="-3"/>
            <a:ext cx="12215749" cy="6930814"/>
            <a:chOff x="-23749" y="-3"/>
            <a:chExt cx="12215749" cy="69308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6060985-F28F-DF9F-5C4D-8A6F068502B3}"/>
                </a:ext>
              </a:extLst>
            </p:cNvPr>
            <p:cNvGrpSpPr/>
            <p:nvPr/>
          </p:nvGrpSpPr>
          <p:grpSpPr>
            <a:xfrm>
              <a:off x="-23749" y="-3"/>
              <a:ext cx="12215749" cy="6930814"/>
              <a:chOff x="-23749" y="-3"/>
              <a:chExt cx="12215749" cy="693081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CD209BD-621E-0796-CF65-FDA136B3772A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9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ACEE6C6-3AF9-73C5-1F49-6E65C636BECD}"/>
                  </a:ext>
                </a:extLst>
              </p:cNvPr>
              <p:cNvSpPr/>
              <p:nvPr/>
            </p:nvSpPr>
            <p:spPr>
              <a:xfrm>
                <a:off x="0" y="6863941"/>
                <a:ext cx="12192000" cy="6687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FB7BFD6-6592-664B-A087-1A37436580E8}"/>
                  </a:ext>
                </a:extLst>
              </p:cNvPr>
              <p:cNvSpPr/>
              <p:nvPr/>
            </p:nvSpPr>
            <p:spPr>
              <a:xfrm rot="16200000">
                <a:off x="-3444735" y="3420983"/>
                <a:ext cx="688769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FD124F-E6D5-D17A-ABB0-9AC66F160428}"/>
                  </a:ext>
                </a:extLst>
              </p:cNvPr>
              <p:cNvSpPr/>
              <p:nvPr/>
            </p:nvSpPr>
            <p:spPr>
              <a:xfrm rot="16200000">
                <a:off x="8740140" y="3435829"/>
                <a:ext cx="6858001" cy="4571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</p:grp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5AE8129A-9CE8-3099-CE56-8ED3EA41B103}"/>
                </a:ext>
              </a:extLst>
            </p:cNvPr>
            <p:cNvSpPr/>
            <p:nvPr/>
          </p:nvSpPr>
          <p:spPr>
            <a:xfrm>
              <a:off x="10835989" y="6552992"/>
              <a:ext cx="1330036" cy="344384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Session 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50514B7-2E98-D075-929E-D354B98E4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25" y="816781"/>
            <a:ext cx="1033452" cy="413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4541C9E-C65B-523C-9767-C222A99383B8}"/>
              </a:ext>
            </a:extLst>
          </p:cNvPr>
          <p:cNvSpPr/>
          <p:nvPr/>
        </p:nvSpPr>
        <p:spPr>
          <a:xfrm>
            <a:off x="9770774" y="179790"/>
            <a:ext cx="2293918" cy="516577"/>
          </a:xfrm>
          <a:prstGeom prst="roundRect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A" b="1" dirty="0"/>
              <a:t>Book 2 : Page(474)</a:t>
            </a:r>
          </a:p>
        </p:txBody>
      </p:sp>
    </p:spTree>
    <p:extLst>
      <p:ext uri="{BB962C8B-B14F-4D97-AF65-F5344CB8AC3E}">
        <p14:creationId xmlns:p14="http://schemas.microsoft.com/office/powerpoint/2010/main" val="1169326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7418</TotalTime>
  <Words>201</Words>
  <Application>Microsoft Macintosh PowerPoint</Application>
  <PresentationFormat>Widescreen</PresentationFormat>
  <Paragraphs>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Mh samih</dc:creator>
  <cp:lastModifiedBy>Mh samih</cp:lastModifiedBy>
  <cp:revision>98</cp:revision>
  <cp:lastPrinted>2026-01-19T09:43:03Z</cp:lastPrinted>
  <dcterms:created xsi:type="dcterms:W3CDTF">2026-01-17T03:20:59Z</dcterms:created>
  <dcterms:modified xsi:type="dcterms:W3CDTF">2026-04-13T03:50:14Z</dcterms:modified>
</cp:coreProperties>
</file>